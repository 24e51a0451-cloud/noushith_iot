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0c3b75199f447a" /><Relationship Type="http://schemas.openxmlformats.org/officeDocument/2006/relationships/extended-properties" Target="/docProps/app.xml" Id="R8ea166d347cf4c8d" /><Relationship Type="http://schemas.openxmlformats.org/officeDocument/2006/relationships/officeDocument" Target="/ppt/presentation.xml" Id="R630432f04fff44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09365a3a5f4b3e"/>
    <p:sldMasterId xmlns:r="http://schemas.openxmlformats.org/officeDocument/2006/relationships" id="2147483650" r:id="R530161f153a84388"/>
    <p:sldMasterId xmlns:r="http://schemas.openxmlformats.org/officeDocument/2006/relationships" id="2147483652" r:id="R767db1e605524afa"/>
  </p:sldMasterIdLst>
  <p:notesMasterIdLst>
    <p:notesMasterId xmlns:r="http://schemas.openxmlformats.org/officeDocument/2006/relationships" r:id="R73b2faaf098542e4"/>
  </p:notesMasterIdLst>
  <p:sldIdLst>
    <p:sldId xmlns:r="http://schemas.openxmlformats.org/officeDocument/2006/relationships" id="256" r:id="R602ba67b35684c86"/>
    <p:sldId xmlns:r="http://schemas.openxmlformats.org/officeDocument/2006/relationships" id="257" r:id="R80b8e9499e814fa0"/>
    <p:sldId xmlns:r="http://schemas.openxmlformats.org/officeDocument/2006/relationships" id="258" r:id="R6d9288748d7e41c3"/>
    <p:sldId xmlns:r="http://schemas.openxmlformats.org/officeDocument/2006/relationships" id="259" r:id="Ra87ae03dc4fb4a67"/>
    <p:sldId xmlns:r="http://schemas.openxmlformats.org/officeDocument/2006/relationships" id="260" r:id="Rda617f75e0324f99"/>
    <p:sldId xmlns:r="http://schemas.openxmlformats.org/officeDocument/2006/relationships" id="261" r:id="R1caf8822f6cf4d0e"/>
    <p:sldId xmlns:r="http://schemas.openxmlformats.org/officeDocument/2006/relationships" id="262" r:id="R18ab4fdfd28b4a22"/>
    <p:sldId xmlns:r="http://schemas.openxmlformats.org/officeDocument/2006/relationships" id="263" r:id="Rd8a4c8b36dd14f51"/>
    <p:sldId xmlns:r="http://schemas.openxmlformats.org/officeDocument/2006/relationships" id="264" r:id="Rb0e211ef7a5047c8"/>
    <p:sldId xmlns:r="http://schemas.openxmlformats.org/officeDocument/2006/relationships" id="265" r:id="R83d34c7e0891461e"/>
    <p:sldId xmlns:r="http://schemas.openxmlformats.org/officeDocument/2006/relationships" id="266" r:id="R6a78cea17aec4633"/>
    <p:sldId xmlns:r="http://schemas.openxmlformats.org/officeDocument/2006/relationships" id="267" r:id="R30d248d6dfc74a4a"/>
    <p:sldId xmlns:r="http://schemas.openxmlformats.org/officeDocument/2006/relationships" id="268" r:id="Ra67991064c3f426d"/>
    <p:sldId xmlns:r="http://schemas.openxmlformats.org/officeDocument/2006/relationships" id="269" r:id="R0e6467020ac943a1"/>
    <p:sldId xmlns:r="http://schemas.openxmlformats.org/officeDocument/2006/relationships" id="270" r:id="Reef5816775674898"/>
    <p:sldId xmlns:r="http://schemas.openxmlformats.org/officeDocument/2006/relationships" id="271" r:id="R8ec94116c765448e"/>
    <p:sldId xmlns:r="http://schemas.openxmlformats.org/officeDocument/2006/relationships" id="272" r:id="Re6df916166c54318"/>
    <p:sldId xmlns:r="http://schemas.openxmlformats.org/officeDocument/2006/relationships" id="273" r:id="Rc582d6213de24fd4"/>
    <p:sldId xmlns:r="http://schemas.openxmlformats.org/officeDocument/2006/relationships" id="274" r:id="Rb3d1742c7cc04e87"/>
    <p:sldId xmlns:r="http://schemas.openxmlformats.org/officeDocument/2006/relationships" id="275" r:id="R50286699359d4390"/>
    <p:sldId xmlns:r="http://schemas.openxmlformats.org/officeDocument/2006/relationships" id="276" r:id="R743fbc3400574f99"/>
    <p:sldId xmlns:r="http://schemas.openxmlformats.org/officeDocument/2006/relationships" id="277" r:id="Re47b0bc0ee6044c2"/>
    <p:sldId xmlns:r="http://schemas.openxmlformats.org/officeDocument/2006/relationships" id="278" r:id="Radd45fcd37994af7"/>
    <p:sldId xmlns:r="http://schemas.openxmlformats.org/officeDocument/2006/relationships" id="279" r:id="Rc2b8c700756a4824"/>
    <p:sldId xmlns:r="http://schemas.openxmlformats.org/officeDocument/2006/relationships" id="280" r:id="R38ecd3e6381543ed"/>
    <p:sldId xmlns:r="http://schemas.openxmlformats.org/officeDocument/2006/relationships" id="281" r:id="R5dce5df08996487d"/>
    <p:sldId xmlns:r="http://schemas.openxmlformats.org/officeDocument/2006/relationships" id="282" r:id="R1e1f944bc8564b5f"/>
    <p:sldId xmlns:r="http://schemas.openxmlformats.org/officeDocument/2006/relationships" id="283" r:id="R8403a62264bd4537"/>
    <p:sldId xmlns:r="http://schemas.openxmlformats.org/officeDocument/2006/relationships" id="284" r:id="R06d1ca61f7da4a50"/>
    <p:sldId xmlns:r="http://schemas.openxmlformats.org/officeDocument/2006/relationships" id="285" r:id="Re35448dc1f97489e"/>
    <p:sldId xmlns:r="http://schemas.openxmlformats.org/officeDocument/2006/relationships" id="286" r:id="R929d5e00a7214636"/>
    <p:sldId xmlns:r="http://schemas.openxmlformats.org/officeDocument/2006/relationships" id="287" r:id="R27c7d980627d4951"/>
    <p:sldId xmlns:r="http://schemas.openxmlformats.org/officeDocument/2006/relationships" id="288" r:id="Rc46304cfddb14cc3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e83b10ac6b48cd" /><Relationship Type="http://schemas.openxmlformats.org/officeDocument/2006/relationships/slideMaster" Target="/ppt/slideMasters/slideMaster1.xml" Id="R1609365a3a5f4b3e" /><Relationship Type="http://schemas.openxmlformats.org/officeDocument/2006/relationships/slideMaster" Target="/ppt/slideMasters/slideMaster2.xml" Id="R530161f153a84388" /><Relationship Type="http://schemas.openxmlformats.org/officeDocument/2006/relationships/slideMaster" Target="/ppt/slideMasters/slideMaster3.xml" Id="R767db1e605524afa" /><Relationship Type="http://schemas.openxmlformats.org/officeDocument/2006/relationships/notesMaster" Target="/ppt/notesMasters/notesMaster1.xml" Id="R73b2faaf098542e4" /><Relationship Type="http://schemas.openxmlformats.org/officeDocument/2006/relationships/presProps" Target="/ppt/presProps.xml" Id="Ra8ddbfcc9eb640c9" /><Relationship Type="http://schemas.openxmlformats.org/officeDocument/2006/relationships/viewProps" Target="/ppt/viewProps.xml" Id="R13a17d6db42345ed" /><Relationship Type="http://schemas.openxmlformats.org/officeDocument/2006/relationships/tableStyles" Target="/ppt/tableStyles.xml" Id="R62754cb2ce3a4165" /><Relationship Type="http://schemas.openxmlformats.org/officeDocument/2006/relationships/slide" Target="/ppt/slides/slide1.xml" Id="R602ba67b35684c86" /><Relationship Type="http://schemas.openxmlformats.org/officeDocument/2006/relationships/slide" Target="/ppt/slides/slide2.xml" Id="R80b8e9499e814fa0" /><Relationship Type="http://schemas.openxmlformats.org/officeDocument/2006/relationships/slide" Target="/ppt/slides/slide3.xml" Id="R6d9288748d7e41c3" /><Relationship Type="http://schemas.openxmlformats.org/officeDocument/2006/relationships/slide" Target="/ppt/slides/slide4.xml" Id="Ra87ae03dc4fb4a67" /><Relationship Type="http://schemas.openxmlformats.org/officeDocument/2006/relationships/slide" Target="/ppt/slides/slide5.xml" Id="Rda617f75e0324f99" /><Relationship Type="http://schemas.openxmlformats.org/officeDocument/2006/relationships/slide" Target="/ppt/slides/slide6.xml" Id="R1caf8822f6cf4d0e" /><Relationship Type="http://schemas.openxmlformats.org/officeDocument/2006/relationships/slide" Target="/ppt/slides/slide7.xml" Id="R18ab4fdfd28b4a22" /><Relationship Type="http://schemas.openxmlformats.org/officeDocument/2006/relationships/slide" Target="/ppt/slides/slide8.xml" Id="Rd8a4c8b36dd14f51" /><Relationship Type="http://schemas.openxmlformats.org/officeDocument/2006/relationships/slide" Target="/ppt/slides/slide9.xml" Id="Rb0e211ef7a5047c8" /><Relationship Type="http://schemas.openxmlformats.org/officeDocument/2006/relationships/slide" Target="/ppt/slides/slide10.xml" Id="R83d34c7e0891461e" /><Relationship Type="http://schemas.openxmlformats.org/officeDocument/2006/relationships/slide" Target="/ppt/slides/slide11.xml" Id="R6a78cea17aec4633" /><Relationship Type="http://schemas.openxmlformats.org/officeDocument/2006/relationships/slide" Target="/ppt/slides/slide12.xml" Id="R30d248d6dfc74a4a" /><Relationship Type="http://schemas.openxmlformats.org/officeDocument/2006/relationships/slide" Target="/ppt/slides/slide13.xml" Id="Ra67991064c3f426d" /><Relationship Type="http://schemas.openxmlformats.org/officeDocument/2006/relationships/slide" Target="/ppt/slides/slide14.xml" Id="R0e6467020ac943a1" /><Relationship Type="http://schemas.openxmlformats.org/officeDocument/2006/relationships/slide" Target="/ppt/slides/slide15.xml" Id="Reef5816775674898" /><Relationship Type="http://schemas.openxmlformats.org/officeDocument/2006/relationships/slide" Target="/ppt/slides/slide16.xml" Id="R8ec94116c765448e" /><Relationship Type="http://schemas.openxmlformats.org/officeDocument/2006/relationships/slide" Target="/ppt/slides/slide17.xml" Id="Re6df916166c54318" /><Relationship Type="http://schemas.openxmlformats.org/officeDocument/2006/relationships/slide" Target="/ppt/slides/slide18.xml" Id="Rc582d6213de24fd4" /><Relationship Type="http://schemas.openxmlformats.org/officeDocument/2006/relationships/slide" Target="/ppt/slides/slide19.xml" Id="Rb3d1742c7cc04e87" /><Relationship Type="http://schemas.openxmlformats.org/officeDocument/2006/relationships/slide" Target="/ppt/slides/slide20.xml" Id="R50286699359d4390" /><Relationship Type="http://schemas.openxmlformats.org/officeDocument/2006/relationships/slide" Target="/ppt/slides/slide21.xml" Id="R743fbc3400574f99" /><Relationship Type="http://schemas.openxmlformats.org/officeDocument/2006/relationships/slide" Target="/ppt/slides/slide22.xml" Id="Re47b0bc0ee6044c2" /><Relationship Type="http://schemas.openxmlformats.org/officeDocument/2006/relationships/slide" Target="/ppt/slides/slide23.xml" Id="Radd45fcd37994af7" /><Relationship Type="http://schemas.openxmlformats.org/officeDocument/2006/relationships/slide" Target="/ppt/slides/slide24.xml" Id="Rc2b8c700756a4824" /><Relationship Type="http://schemas.openxmlformats.org/officeDocument/2006/relationships/slide" Target="/ppt/slides/slide25.xml" Id="R38ecd3e6381543ed" /><Relationship Type="http://schemas.openxmlformats.org/officeDocument/2006/relationships/slide" Target="/ppt/slides/slide26.xml" Id="R5dce5df08996487d" /><Relationship Type="http://schemas.openxmlformats.org/officeDocument/2006/relationships/slide" Target="/ppt/slides/slide27.xml" Id="R1e1f944bc8564b5f" /><Relationship Type="http://schemas.openxmlformats.org/officeDocument/2006/relationships/slide" Target="/ppt/slides/slide28.xml" Id="R8403a62264bd4537" /><Relationship Type="http://schemas.openxmlformats.org/officeDocument/2006/relationships/slide" Target="/ppt/slides/slide29.xml" Id="R06d1ca61f7da4a50" /><Relationship Type="http://schemas.openxmlformats.org/officeDocument/2006/relationships/slide" Target="/ppt/slides/slide30.xml" Id="Re35448dc1f97489e" /><Relationship Type="http://schemas.openxmlformats.org/officeDocument/2006/relationships/slide" Target="/ppt/slides/slide31.xml" Id="R929d5e00a7214636" /><Relationship Type="http://schemas.openxmlformats.org/officeDocument/2006/relationships/slide" Target="/ppt/slides/slide32.xml" Id="R27c7d980627d4951" /><Relationship Type="http://schemas.openxmlformats.org/officeDocument/2006/relationships/slide" Target="/ppt/slides/slide33.xml" Id="Rc46304cfddb14c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c555739978046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1_Office Theme">
  <a:themeElements>
    <a:clrScheme name="HITAM1">
      <a:dk1>
        <a:srgbClr val="262626"/>
      </a:dk1>
      <a:lt1>
        <a:srgbClr val="FFFFFF"/>
      </a:lt1>
      <a:dk2>
        <a:srgbClr val="1F497D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90c0c369aa4198" /><Relationship Type="http://schemas.openxmlformats.org/officeDocument/2006/relationships/notesMaster" Target="/ppt/notesMasters/notesMaster1.xml" Id="Rdbfe87fc6f8e4c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a3a1a5ffdc42ee" /><Relationship Type="http://schemas.openxmlformats.org/officeDocument/2006/relationships/notesMaster" Target="/ppt/notesMasters/notesMaster1.xml" Id="R0be8fd7223ac4d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c7964262e04234" /><Relationship Type="http://schemas.openxmlformats.org/officeDocument/2006/relationships/notesMaster" Target="/ppt/notesMasters/notesMaster1.xml" Id="R5f60e8c5bc844a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a833f82d9a44f6" /><Relationship Type="http://schemas.openxmlformats.org/officeDocument/2006/relationships/notesMaster" Target="/ppt/notesMasters/notesMaster1.xml" Id="R2fae5676d0c34c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3c255475ab4b48" /><Relationship Type="http://schemas.openxmlformats.org/officeDocument/2006/relationships/notesMaster" Target="/ppt/notesMasters/notesMaster1.xml" Id="R707db5dbd4d84a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57ce7efadf4e74" /><Relationship Type="http://schemas.openxmlformats.org/officeDocument/2006/relationships/notesMaster" Target="/ppt/notesMasters/notesMaster1.xml" Id="R53da537642af4f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179ba3011c434b" /><Relationship Type="http://schemas.openxmlformats.org/officeDocument/2006/relationships/notesMaster" Target="/ppt/notesMasters/notesMaster1.xml" Id="R3111f02af0f942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b109f3e9f84089" /><Relationship Type="http://schemas.openxmlformats.org/officeDocument/2006/relationships/notesMaster" Target="/ppt/notesMasters/notesMaster1.xml" Id="Ree520f8503b74d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b0bfaadac24ad2" /><Relationship Type="http://schemas.openxmlformats.org/officeDocument/2006/relationships/notesMaster" Target="/ppt/notesMasters/notesMaster1.xml" Id="R67e73deb7cd143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2460d08a0447ae" /><Relationship Type="http://schemas.openxmlformats.org/officeDocument/2006/relationships/notesMaster" Target="/ppt/notesMasters/notesMaster1.xml" Id="Raf18197e563a46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10a1fc43974e2b" /><Relationship Type="http://schemas.openxmlformats.org/officeDocument/2006/relationships/notesMaster" Target="/ppt/notesMasters/notesMaster1.xml" Id="R3f9932880a4b40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b9d284b9284877" /><Relationship Type="http://schemas.openxmlformats.org/officeDocument/2006/relationships/notesMaster" Target="/ppt/notesMasters/notesMaster1.xml" Id="R33cafcfd16bc49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0d4bd4eaa743c9" /><Relationship Type="http://schemas.openxmlformats.org/officeDocument/2006/relationships/notesMaster" Target="/ppt/notesMasters/notesMaster1.xml" Id="R752936d26f5740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609ff0f8424b8d" /><Relationship Type="http://schemas.openxmlformats.org/officeDocument/2006/relationships/notesMaster" Target="/ppt/notesMasters/notesMaster1.xml" Id="R90e836df295142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5cb87157d648c4" /><Relationship Type="http://schemas.openxmlformats.org/officeDocument/2006/relationships/notesMaster" Target="/ppt/notesMasters/notesMaster1.xml" Id="Rde025509da1948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362e6a4df04104" /><Relationship Type="http://schemas.openxmlformats.org/officeDocument/2006/relationships/notesMaster" Target="/ppt/notesMasters/notesMaster1.xml" Id="R7abce3e479a144f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c84c3595aa45a1" /><Relationship Type="http://schemas.openxmlformats.org/officeDocument/2006/relationships/notesMaster" Target="/ppt/notesMasters/notesMaster1.xml" Id="Rd97bfd4341634f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c6d6434dc74ce5" /><Relationship Type="http://schemas.openxmlformats.org/officeDocument/2006/relationships/notesMaster" Target="/ppt/notesMasters/notesMaster1.xml" Id="Rac46a9c35c8548b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f4738a1645f4b94" /><Relationship Type="http://schemas.openxmlformats.org/officeDocument/2006/relationships/notesMaster" Target="/ppt/notesMasters/notesMaster1.xml" Id="Rf3a309240ab045b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3b2cd2d9ed0452b" /><Relationship Type="http://schemas.openxmlformats.org/officeDocument/2006/relationships/notesMaster" Target="/ppt/notesMasters/notesMaster1.xml" Id="Rbf5526ba409d4a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0d48fdfce9464b" /><Relationship Type="http://schemas.openxmlformats.org/officeDocument/2006/relationships/notesMaster" Target="/ppt/notesMasters/notesMaster1.xml" Id="Rc3bfe3b6278f40f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e1ce71d1f4443d" /><Relationship Type="http://schemas.openxmlformats.org/officeDocument/2006/relationships/notesMaster" Target="/ppt/notesMasters/notesMaster1.xml" Id="Rf7f4baca1232412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0f39dd6f90f4d7c" /><Relationship Type="http://schemas.openxmlformats.org/officeDocument/2006/relationships/notesMaster" Target="/ppt/notesMasters/notesMaster1.xml" Id="Rf29b8b947c414a6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6ea440cb5cd4fe4" /><Relationship Type="http://schemas.openxmlformats.org/officeDocument/2006/relationships/notesMaster" Target="/ppt/notesMasters/notesMaster1.xml" Id="Rb99147cc83e34ac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0eb3b6f0bd84029" /><Relationship Type="http://schemas.openxmlformats.org/officeDocument/2006/relationships/notesMaster" Target="/ppt/notesMasters/notesMaster1.xml" Id="R1e8ed2ad41fb4b3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c8ad58643684cd0" /><Relationship Type="http://schemas.openxmlformats.org/officeDocument/2006/relationships/notesMaster" Target="/ppt/notesMasters/notesMaster1.xml" Id="R05ddc6b5e78b48a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13c824293aa436f" /><Relationship Type="http://schemas.openxmlformats.org/officeDocument/2006/relationships/notesMaster" Target="/ppt/notesMasters/notesMaster1.xml" Id="Rf8a9fa9a781a4cc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d04c0445220473f" /><Relationship Type="http://schemas.openxmlformats.org/officeDocument/2006/relationships/notesMaster" Target="/ppt/notesMasters/notesMaster1.xml" Id="Rb963db61cb81476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07fbde911b4442d" /><Relationship Type="http://schemas.openxmlformats.org/officeDocument/2006/relationships/notesMaster" Target="/ppt/notesMasters/notesMaster1.xml" Id="R59e3dfd22327442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9c636b2a4a6445f" /><Relationship Type="http://schemas.openxmlformats.org/officeDocument/2006/relationships/notesMaster" Target="/ppt/notesMasters/notesMaster1.xml" Id="R8b0581744f29441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b980a2098284da1" /><Relationship Type="http://schemas.openxmlformats.org/officeDocument/2006/relationships/notesMaster" Target="/ppt/notesMasters/notesMaster1.xml" Id="Rc4c973418dd146f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305a9e135714be5" /><Relationship Type="http://schemas.openxmlformats.org/officeDocument/2006/relationships/notesMaster" Target="/ppt/notesMasters/notesMaster1.xml" Id="R487fd29bbb2c439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2816c292f0f46a3" /><Relationship Type="http://schemas.openxmlformats.org/officeDocument/2006/relationships/notesMaster" Target="/ppt/notesMasters/notesMaster1.xml" Id="R82b3244e05cb49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cover artwork and presenter identity preserved from noushith_IOT_ppt.pptx. Current implementation as of 26 September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slides 3, 7–9; mappings/*.json;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mappings/mode_map.json; command_map.json; workflow_map.json; iot_map.json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app.py; core/engine.py; core/router.py; services/; actions/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templates/dashboard.html; static/masterhub.js; current screenshot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mappings/workflow_map.json; services/workflow_service.py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static/masterhub.js; cortex/control.py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mappings/workflow_map.json; actions/desktop/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dashboard screenshot; core/devices.py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dashboard screenshot; mappings/workflow_map.json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slides 7, 9, 10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slide 10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mappings/iot_map.json; actions/iot/handler.py; services/mqtt_service.py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actions/embedded/handler.py; mappings/embedded_map.json; services/workflow_service.py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mappings/workflow_map.json; actions/media_jiosaavn_mobile.py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services/mobile_mqtt_service.py; api/jiosaavn.py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cortex/service.py; cortex/auth.py; cortex/session.py; cortex/profile.py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templates/bci_panel.html; current screenshot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cortex/control.py; simulator/config.py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cortex/control.py; templates/bci_panel.html; static/bci-panel.js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core/devices.py; services/usb_service.py; artifacts/start_agent.py;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templates/dashboard.html; current screenshot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core/metrics.py; services/manual_logger_service.py; services/bci_logger_service.py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api/routes.py; api/jiosaavn.py; cortex/dashboard.py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cortex/control.py; static/masterhub.js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tests/test_cortex_control.py; tests/; simulator/README.md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services/; cortex/; actions/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6d5780d7e44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8c51fd508544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5396b5de7a04c57" /></Relationships>
</file>

<file path=ppt/slideLayouts/slideLayout1.xml><?xml version="1.0" encoding="utf-8"?>
<p:sldLayout xmlns:p="http://schemas.openxmlformats.org/presentationml/2006/main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583" name="Google Shape;19;p6">
            <a:extLst xmlns:a="http://schemas.openxmlformats.org/drawingml/2006/main">
              <a:ext uri="{FF2B5EF4-FFF2-40B4-BE49-F238E27FC236}">
                <a16:creationId xmlns:a16="http://schemas.microsoft.com/office/drawing/2014/main" id="{226AE1B3-A263-4810-AB3D-B0B8724542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D8D8D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48584" name="Google Shape;20;p6">
            <a:extLst xmlns:a="http://schemas.openxmlformats.org/drawingml/2006/main">
              <a:ext uri="{FF2B5EF4-FFF2-40B4-BE49-F238E27FC236}">
                <a16:creationId xmlns:a16="http://schemas.microsoft.com/office/drawing/2014/main" id="{58578354-59F1-4C82-81AB-4275924692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597" name="Google Shape;36;p10">
            <a:extLst xmlns:a="http://schemas.openxmlformats.org/drawingml/2006/main">
              <a:ext uri="{FF2B5EF4-FFF2-40B4-BE49-F238E27FC236}">
                <a16:creationId xmlns:a16="http://schemas.microsoft.com/office/drawing/2014/main" id="{55C4941D-FC16-4223-9E83-DFF5D0BB43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3375" y="1524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 b="1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da5df2fde1004663" /><Relationship Type="http://schemas.openxmlformats.org/officeDocument/2006/relationships/theme" Target="/ppt/slideMasters/theme/theme2.xml" Id="R5962fbcecc9c423c" /><Relationship Type="http://schemas.openxmlformats.org/officeDocument/2006/relationships/slideLayout" Target="/ppt/slideLayouts/slideLayout1.xml" Id="R7d8d9fe4ca86433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2.jpeg" Id="R66cbd53530a341e1" /><Relationship Type="http://schemas.openxmlformats.org/officeDocument/2006/relationships/theme" Target="/ppt/slideMasters/theme/theme3.xml" Id="Rc3540afae3de4ea0" /><Relationship Type="http://schemas.openxmlformats.org/officeDocument/2006/relationships/slideLayout" Target="/ppt/slideLayouts/slideLayout2.xml" Id="Ra335aa18239442d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3.jpeg" Id="R52fc1b8c23f24417" /><Relationship Type="http://schemas.openxmlformats.org/officeDocument/2006/relationships/theme" Target="/ppt/slideMasters/theme/theme4.xml" Id="R25532e271f06462f" /><Relationship Type="http://schemas.openxmlformats.org/officeDocument/2006/relationships/slideLayout" Target="/ppt/slideLayouts/slideLayout3.xml" Id="R0085b5e99ea9441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48584" name="Google Shape;10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5df2fde10046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576" name="Google Shape;11;p5">
            <a:extLst xmlns:a="http://schemas.openxmlformats.org/drawingml/2006/main">
              <a:ext uri="{FF2B5EF4-FFF2-40B4-BE49-F238E27FC236}">
                <a16:creationId xmlns:a16="http://schemas.microsoft.com/office/drawing/2014/main" id="{E859749F-9173-4B76-B575-D97977DF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1450"/>
            <a:ext cx="4572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sz="7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© Copyrights 2018 HITAM. All rights reserved.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8578" name="Google Shape;13;p5">
            <a:extLst xmlns:a="http://schemas.openxmlformats.org/drawingml/2006/main">
              <a:ext uri="{FF2B5EF4-FFF2-40B4-BE49-F238E27FC236}">
                <a16:creationId xmlns:a16="http://schemas.microsoft.com/office/drawing/2014/main" id="{ACAD0F7C-5CF6-4504-BB8A-83E01C3752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7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579" name="Google Shape;14;p5">
            <a:extLst xmlns:a="http://schemas.openxmlformats.org/drawingml/2006/main">
              <a:ext uri="{FF2B5EF4-FFF2-40B4-BE49-F238E27FC236}">
                <a16:creationId xmlns:a16="http://schemas.microsoft.com/office/drawing/2014/main" id="{EAFDD535-1F88-40E8-AE7B-ADD27E0F70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580" name="Google Shape;15;p5">
            <a:extLst xmlns:a="http://schemas.openxmlformats.org/drawingml/2006/main">
              <a:ext uri="{FF2B5EF4-FFF2-40B4-BE49-F238E27FC236}">
                <a16:creationId xmlns:a16="http://schemas.microsoft.com/office/drawing/2014/main" id="{FF4406B7-A838-4C68-92A6-6DE00AA1A7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581" name="Google Shape;16;p5">
            <a:extLst xmlns:a="http://schemas.openxmlformats.org/drawingml/2006/main">
              <a:ext uri="{FF2B5EF4-FFF2-40B4-BE49-F238E27FC236}">
                <a16:creationId xmlns:a16="http://schemas.microsoft.com/office/drawing/2014/main" id="{29D83DD5-8BCB-4987-A625-6EBE32396E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8d9fe4ca86433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48598" name="Google Shape;30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cbd53530a341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593" name="Google Shape;31;p9">
            <a:extLst xmlns:a="http://schemas.openxmlformats.org/drawingml/2006/main">
              <a:ext uri="{FF2B5EF4-FFF2-40B4-BE49-F238E27FC236}">
                <a16:creationId xmlns:a16="http://schemas.microsoft.com/office/drawing/2014/main" id="{11F9AE0C-D615-4B7B-9966-35EA26C3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1450"/>
            <a:ext cx="4572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sz="7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© Copyrights 2018 HITAM. All rights reserved.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8595" name="Google Shape;33;p9">
            <a:extLst xmlns:a="http://schemas.openxmlformats.org/drawingml/2006/main">
              <a:ext uri="{FF2B5EF4-FFF2-40B4-BE49-F238E27FC236}">
                <a16:creationId xmlns:a16="http://schemas.microsoft.com/office/drawing/2014/main" id="{96B510D2-F3E1-4C2F-A111-A2800B7ABA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7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596" name="Google Shape;34;p9">
            <a:extLst xmlns:a="http://schemas.openxmlformats.org/drawingml/2006/main">
              <a:ext uri="{FF2B5EF4-FFF2-40B4-BE49-F238E27FC236}">
                <a16:creationId xmlns:a16="http://schemas.microsoft.com/office/drawing/2014/main" id="{40ED2BED-ACC8-41B8-9B07-AE423BA36E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a335aa18239442d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48636" name="Google Shape;38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fc1b8c23f244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631" name="Google Shape;39;p11">
            <a:extLst xmlns:a="http://schemas.openxmlformats.org/drawingml/2006/main">
              <a:ext uri="{FF2B5EF4-FFF2-40B4-BE49-F238E27FC236}">
                <a16:creationId xmlns:a16="http://schemas.microsoft.com/office/drawing/2014/main" id="{702BBD0F-1E18-4363-9866-866EAD6F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1450"/>
            <a:ext cx="4572000" cy="2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sz="7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© Copyrights 2018 HITAM. All rights reserved.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8633" name="Google Shape;41;p11">
            <a:extLst xmlns:a="http://schemas.openxmlformats.org/drawingml/2006/main">
              <a:ext uri="{FF2B5EF4-FFF2-40B4-BE49-F238E27FC236}">
                <a16:creationId xmlns:a16="http://schemas.microsoft.com/office/drawing/2014/main" id="{D4E14D8E-3D87-4612-AA4A-245AE52530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7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634" name="Google Shape;42;p11">
            <a:extLst xmlns:a="http://schemas.openxmlformats.org/drawingml/2006/main">
              <a:ext uri="{FF2B5EF4-FFF2-40B4-BE49-F238E27FC236}">
                <a16:creationId xmlns:a16="http://schemas.microsoft.com/office/drawing/2014/main" id="{D1C8D492-92DE-4A99-9139-CBB01FEDF7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0085b5e99ea9441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HITAM1">
      <a:dk1>
        <a:srgbClr val="262626"/>
      </a:dk1>
      <a:lt1>
        <a:srgbClr val="FFFFFF"/>
      </a:lt1>
      <a:dk2>
        <a:srgbClr val="1F497D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2_Office Theme">
  <a:themeElements>
    <a:clrScheme name="HITAM1">
      <a:dk1>
        <a:srgbClr val="262626"/>
      </a:dk1>
      <a:lt1>
        <a:srgbClr val="FFFFFF"/>
      </a:lt1>
      <a:dk2>
        <a:srgbClr val="358AF3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4_Office Theme">
  <a:themeElements>
    <a:clrScheme name="HITAM1">
      <a:dk1>
        <a:srgbClr val="262626"/>
      </a:dk1>
      <a:lt1>
        <a:srgbClr val="FFFFFF"/>
      </a:lt1>
      <a:dk2>
        <a:srgbClr val="1F497D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f14f2314e4465" /><Relationship Type="http://schemas.openxmlformats.org/officeDocument/2006/relationships/notesSlide" Target="/ppt/notesSlides/notesSlide1.xml" Id="Rd91999a7536c4c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cc1d6db83b4b28" /><Relationship Type="http://schemas.openxmlformats.org/officeDocument/2006/relationships/notesSlide" Target="/ppt/notesSlides/notesSlide2.xml" Id="R66fc673f40ce48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09921f09e24041" /><Relationship Type="http://schemas.openxmlformats.org/officeDocument/2006/relationships/notesSlide" Target="/ppt/notesSlides/notesSlide3.xml" Id="R1f29329a1b1945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1c345c55324b72" /><Relationship Type="http://schemas.openxmlformats.org/officeDocument/2006/relationships/notesSlide" Target="/ppt/notesSlides/notesSlide4.xml" Id="R269336179b7b4d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4d0ff9b8004883" /><Relationship Type="http://schemas.openxmlformats.org/officeDocument/2006/relationships/notesSlide" Target="/ppt/notesSlides/notesSlide5.xml" Id="Rcb7d633f7a4c4d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cb24bd31a2432f" /><Relationship Type="http://schemas.openxmlformats.org/officeDocument/2006/relationships/notesSlide" Target="/ppt/notesSlides/notesSlide6.xml" Id="R16f642486f7644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4df2dcc0664e99" /><Relationship Type="http://schemas.openxmlformats.org/officeDocument/2006/relationships/notesSlide" Target="/ppt/notesSlides/notesSlide7.xml" Id="Rb778dca5189844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8ad04af5104040" /><Relationship Type="http://schemas.openxmlformats.org/officeDocument/2006/relationships/image" Target="/ppt/media/image.png" Id="R168c3977681741f2" /><Relationship Type="http://schemas.openxmlformats.org/officeDocument/2006/relationships/notesSlide" Target="/ppt/notesSlides/notesSlide8.xml" Id="R00a8e438875f4c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aeaa5800984af9" /><Relationship Type="http://schemas.openxmlformats.org/officeDocument/2006/relationships/notesSlide" Target="/ppt/notesSlides/notesSlide9.xml" Id="Ra7678f4de64a4a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1a749c56dd4851" /><Relationship Type="http://schemas.openxmlformats.org/officeDocument/2006/relationships/notesSlide" Target="/ppt/notesSlides/notesSlide10.xml" Id="R254812cd36154c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1f14f3ee6343df" /><Relationship Type="http://schemas.openxmlformats.org/officeDocument/2006/relationships/notesSlide" Target="/ppt/notesSlides/notesSlide11.xml" Id="R094b5b4bbb9746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d6041b786b495f" /><Relationship Type="http://schemas.openxmlformats.org/officeDocument/2006/relationships/image" Target="/ppt/media/image2.png" Id="R106bb4744f0f408e" /><Relationship Type="http://schemas.openxmlformats.org/officeDocument/2006/relationships/notesSlide" Target="/ppt/notesSlides/notesSlide12.xml" Id="Re24773ff1eb544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a67b1100304492" /><Relationship Type="http://schemas.openxmlformats.org/officeDocument/2006/relationships/image" Target="/ppt/media/image3.png" Id="Recaec4341656476a" /><Relationship Type="http://schemas.openxmlformats.org/officeDocument/2006/relationships/notesSlide" Target="/ppt/notesSlides/notesSlide13.xml" Id="R3088643c04ea4c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953da27dff4472" /><Relationship Type="http://schemas.openxmlformats.org/officeDocument/2006/relationships/notesSlide" Target="/ppt/notesSlides/notesSlide14.xml" Id="Rce4df747c7874e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835061be8c4346" /><Relationship Type="http://schemas.openxmlformats.org/officeDocument/2006/relationships/image" Target="/ppt/media/image4.png" Id="R04b4557c63f948fa" /><Relationship Type="http://schemas.openxmlformats.org/officeDocument/2006/relationships/notesSlide" Target="/ppt/notesSlides/notesSlide15.xml" Id="R1ec9ffd84d0141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c791c2dc0e4b80" /><Relationship Type="http://schemas.openxmlformats.org/officeDocument/2006/relationships/notesSlide" Target="/ppt/notesSlides/notesSlide16.xml" Id="R942ab50b8b60401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f60da8ee5b4514" /><Relationship Type="http://schemas.openxmlformats.org/officeDocument/2006/relationships/notesSlide" Target="/ppt/notesSlides/notesSlide17.xml" Id="R8e5b09a180944e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b2921c2083438d" /><Relationship Type="http://schemas.openxmlformats.org/officeDocument/2006/relationships/notesSlide" Target="/ppt/notesSlides/notesSlide18.xml" Id="Ra299ba41d1454f7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676bf7c9a34f12" /><Relationship Type="http://schemas.openxmlformats.org/officeDocument/2006/relationships/notesSlide" Target="/ppt/notesSlides/notesSlide19.xml" Id="R51be8ca259894e1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580a172752433e" /><Relationship Type="http://schemas.openxmlformats.org/officeDocument/2006/relationships/notesSlide" Target="/ppt/notesSlides/notesSlide20.xml" Id="R48bd6a01cf2145a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e86ed54db64f1e" /><Relationship Type="http://schemas.openxmlformats.org/officeDocument/2006/relationships/image" Target="/ppt/media/image5.png" Id="Re60b6e20c5cd48b1" /><Relationship Type="http://schemas.openxmlformats.org/officeDocument/2006/relationships/notesSlide" Target="/ppt/notesSlides/notesSlide21.xml" Id="R9e7e447519a3447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03a7043059418f" /><Relationship Type="http://schemas.openxmlformats.org/officeDocument/2006/relationships/notesSlide" Target="/ppt/notesSlides/notesSlide22.xml" Id="Rf621c18f6c5f405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61aa35d5ca451d" /><Relationship Type="http://schemas.openxmlformats.org/officeDocument/2006/relationships/notesSlide" Target="/ppt/notesSlides/notesSlide23.xml" Id="Rc12aa27465db4a4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9013c8ffa4948" /><Relationship Type="http://schemas.openxmlformats.org/officeDocument/2006/relationships/notesSlide" Target="/ppt/notesSlides/notesSlide24.xml" Id="Rb69f4e7be49d4dc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f2d6262ad44049" /><Relationship Type="http://schemas.openxmlformats.org/officeDocument/2006/relationships/image" Target="/ppt/media/image6.png" Id="Rd55c4073866b4c18" /><Relationship Type="http://schemas.openxmlformats.org/officeDocument/2006/relationships/notesSlide" Target="/ppt/notesSlides/notesSlide25.xml" Id="R30c5320fdca2414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29f1a10bcc49b3" /><Relationship Type="http://schemas.openxmlformats.org/officeDocument/2006/relationships/notesSlide" Target="/ppt/notesSlides/notesSlide26.xml" Id="R98f756cae876435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2819c68b8a4cf5" /><Relationship Type="http://schemas.openxmlformats.org/officeDocument/2006/relationships/notesSlide" Target="/ppt/notesSlides/notesSlide27.xml" Id="Rbb28b0407cb240d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9b6110e2354362" /><Relationship Type="http://schemas.openxmlformats.org/officeDocument/2006/relationships/notesSlide" Target="/ppt/notesSlides/notesSlide28.xml" Id="R47ace838df7941e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927d44bfc34542" /><Relationship Type="http://schemas.openxmlformats.org/officeDocument/2006/relationships/notesSlide" Target="/ppt/notesSlides/notesSlide29.xml" Id="Ra8b35d4510e14dd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4d11c54bc741ee" /><Relationship Type="http://schemas.openxmlformats.org/officeDocument/2006/relationships/notesSlide" Target="/ppt/notesSlides/notesSlide30.xml" Id="R7bb13fb27a1a410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9ee74517134046" /><Relationship Type="http://schemas.openxmlformats.org/officeDocument/2006/relationships/notesSlide" Target="/ppt/notesSlides/notesSlide31.xml" Id="R729c1e8c5c95466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296460a8b5419a" /><Relationship Type="http://schemas.openxmlformats.org/officeDocument/2006/relationships/notesSlide" Target="/ppt/notesSlides/notesSlide32.xml" Id="R4e03337127ed4ad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7ae369244ce4a4d" /><Relationship Type="http://schemas.openxmlformats.org/officeDocument/2006/relationships/notesSlide" Target="/ppt/notesSlides/notesSlide33.xml" Id="Re6e4d8ace2cc463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4C4A39-6E32-4B4F-A8F8-E7AC8888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79" y="640080"/>
            <a:ext cx="6629401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HYDERABAD INSTITUTE OF</a:t>
            </a:r>
            <a:r>
              <a:t> </a:t>
            </a:r>
            <a:r>
              <a:t>TECHNOLOGY AND MANAGEMENT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91B933-B1A0-4B3E-A9A3-104E33EA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335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MASTERHUB</a:t>
            </a:r>
            <a:endParaRPr>
              <a:solidFill>
                <a:schemeClr val="bg2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IMPLEMENTATION REVIEW</a:t>
            </a:r>
            <a:endParaRPr>
              <a:solidFill>
                <a:schemeClr val="bg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CB7E17F-2FD0-415E-B442-5D779A6C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96" y="3555630"/>
            <a:ext cx="4457946" cy="96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INTERNSHIP PROJECT REVIEW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 NOUSHITH – 24E51A0451</a:t>
            </a:r>
          </a:p>
          <a:p xmlns:a="http://schemas.openxmlformats.org/drawingml/2006/main">
            <a:pPr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1A874CD-9F0D-4C27-B803-A8797DD6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815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BCI  /  IoT  /  Desktop  /  Embedded Mobility  /  Media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978E721-461F-40CA-896F-5DC5B5B5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79" y="5413415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CURRENT IMPLEMENTATION  /  SEPTEMBER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FC5AB-C701-4920-B8BB-2B3C31DA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350349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9E474-BD3E-4A9A-906D-A5225F8A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PRESENTATION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B5FB5-E0E7-4F79-8748-53792888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DF6F1-AA9E-4045-989A-84510E4A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7429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Project background and current implementation scope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Architecture, state machine and gesture navigation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Desktop, IoT, mobility and media workflows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Cortex BCI connection and temporal control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Current dashboard, connectivity and diagnostics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Implemented outputs, test coverage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F7E98-3125-4A48-B3CD-67AEC2FC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ABSTRACT AND 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A47F5-59AA-4A9F-BA9D-1D2CF091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6DD83-1F7A-4175-A6BE-A3B13036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One control hub for multiple execution domains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B4E66-55AA-4776-A797-4E870B3A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33550"/>
            <a:ext cx="738187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MasterHub accepts browser controls, arrow keys, API commands and classified mental commands from EMOTIV Cortex.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Flask application maintains context, resolves command mappings and dispatches actions through dedicated handlers.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current project connects desktop applications, IoT relay devices, mobility hardware and desktop or mobile media workflows.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original IoT work remains part of the wider SynaptiMesh project.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5D2CA-21F1-42BD-836B-08916C79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ORIGINAL PROJECT AND CURRENT MASTERHUB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77E8C-64C4-454D-B363-E061573D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553A0-B4E1-4C5B-AD5B-0460462B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Previous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14F19-F6E6-479F-A901-4CC1F5BE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Current repository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722BD-4E6A-42F3-AFEE-7AF301C7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ESP32 gateway and Arduino Nano sensing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LoRa communication and relay control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Light, fan, pump and audio outputs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MQTT integration and command acknowledgements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393D0-3E67-4EA8-8580-DD8FD94D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Four control domains in one dashboard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17 FSM modes and 98 command routes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Cortex profiles, streaming and mental control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Remote PC, UART and mobile media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0B752-5AA9-4996-94DA-AA5D56EB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 previous deck records earlier hardware work. Current screenshots document the software interface.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67164-D57A-4CBA-ACCC-CF5684B5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MOTIVATION AND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ED276-58BB-4711-AD03-9A4E9D41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12C4E-EFEE-4A63-93F0-295C18BA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A consistent workflow across different targets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41171-4E36-4833-AF94-0EC55B3A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Reduce separate control interfaces for desktop applications and physical devices.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Reuse a small mental-command vocabulary through context-sensitive menus.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Expose the active domain, device, target and pending command before execution.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Track connection state and command feedback for troubleshooting.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Keep hardware transport, command mappings and application actions modular.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6D3D7-758F-4C01-B259-DC49EF3F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IMPLEMENTATION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A5ABD-6085-48A1-A7D2-C29931D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D0E6D-DC4F-4793-ABBB-A1580918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66DFB-73DA-4D5D-AAC4-840B0B86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32B"/>
                </a:solidFill>
                <a:latin typeface="Arial"/>
                <a:ea typeface="Arial"/>
                <a:cs typeface="Arial"/>
              </a:rPr>
              <a:t>Control domains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C5FD0-08F3-4793-9CF5-A9E9FF3D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47637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B8497-1A48-4048-A6C2-3F77B389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333625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32B"/>
                </a:solidFill>
                <a:latin typeface="Arial"/>
                <a:ea typeface="Arial"/>
                <a:cs typeface="Arial"/>
              </a:rPr>
              <a:t>Workflow targets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068EA-4FCB-4CD7-829E-54950C3B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47637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ABB4C-2801-4A63-9E8B-4B56DEC2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33625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32B"/>
                </a:solidFill>
                <a:latin typeface="Arial"/>
                <a:ea typeface="Arial"/>
                <a:cs typeface="Arial"/>
              </a:rPr>
              <a:t>FSM modes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00CB6-AC9B-4B42-8EED-A4A2F85D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47637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D06FF-D592-4293-8AE2-87528638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33625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32B"/>
                </a:solidFill>
                <a:latin typeface="Arial"/>
                <a:ea typeface="Arial"/>
                <a:cs typeface="Arial"/>
              </a:rPr>
              <a:t>Command routes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97C41-820A-4D0E-B2E0-6019A3FD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7381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23 IoT payload mappings include relay actions and firmware maintenance commands.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JSON definitions drive domain navigation and command choices.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Counts describe implemented mappings, not the number of physically connected devices.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8B2B5-93CE-4B7D-9BE4-93696CC8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OVERALL 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65468-38D4-418A-8BE7-AD62F033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F4D49-CD69-43F9-9537-99AB30F3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Input, decision and execution layers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AC9BA-F27A-4A9E-99B4-0C275C4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Input: dashboard, keyboard, REST clients and Cortex mental-command stream.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Decision: input normalization, FSM context, temporal framing and command validation.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Routing: command_map.json selects the execution domain and action identifier.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Execution: application handlers, hardware MQTT, USB serial and mobile MQTT.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Feedback: state snapshots, command outcomes, metrics, logs and device presence.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5413E-F489-4035-9851-98D62C68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DASHBOARD: MAIN CONSOLE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757ED-CB90-4788-AC66-0161F773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c3977681741f2"/>
          <a:stretch xmlns:a="http://schemas.openxmlformats.org/drawingml/2006/main"/>
        </p:blipFill>
        <p:spPr>
          <a:xfrm xmlns:a="http://schemas.openxmlformats.org/drawingml/2006/main">
            <a:off x="2043906" y="981075"/>
            <a:ext cx="5056187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68716-754C-44FA-8C56-339E1041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Current local capture. MQTT, USB and BCI show their actual disconnected state.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CBF02-7E68-4206-A3E6-59E6C36F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DOMAIN, DEVICE AND COMMAND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5FA6C-B07D-472A-B4C5-A7EE26A3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E6396-AEAA-4DD3-82BC-D8CF1F52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Three phases share the same state machine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56419-F9C9-45C5-8230-28924717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Domain selection: Desktop, Embedded Mobility, IoT Smart Home or AI/ML &amp; Media.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Device selection: an application, smart-home output, mobility device or media target.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Command execution: choose an action and supply any required parameters.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Push + Right returns to the previous menu. Push + Left returns to the main menu.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same gesture has different meanings in different modes.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A1010-0A67-4539-9FA6-49C6F217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GESTURE VOCABULARY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2434E-260E-441C-B5CE-CB1D07F8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466CD-B9BE-48AF-9F0E-902E75A6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0349F-4C0A-4EB5-91A0-C695D6E8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Timing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E6DBF-7371-4555-B518-AC50E62E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Push: Desktop at the main menu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Pull: Embedded Mobility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Left: IoT Smart Home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Right: AI/ML &amp; Media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Ordered pairs provide additional commands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59528-5C4F-42DB-A848-1C65E386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Default window: 4 seconds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Configuration range: 2–10 seconds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Dashboard actions: preview and countdown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Manual command pairs: immediate dispatch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Live BCI pairs: original deadline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E1FF4-4D17-4F7F-8664-866AFC21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Direct /api/command requests do not automatically use the browser framing delay.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57FB4-EF63-4A42-81B0-DB1CAF34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DESKTOP DOMAIN: APPLICATION WORKFLOWS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E632D-496B-4317-88B1-7231329B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EE038-E973-4100-81BF-65BFF7D1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Four application workflows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D95C4-3173-4AB4-8450-905C3D58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YouTube: previous video, next video, play/pause and search/play.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Chrome: open an article, scroll up or down and Google search.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Notepad: open the application and save a file through mapped commands.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Gmail: compose with recipient, subject and body, then send through a separate command.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Application handlers use the selected Local Host or compatible remote target.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E74FE-BA67-4F24-8C3B-35BA08C3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DESKTOP AND TARGET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59C9B-A347-4CA0-B96E-8AA9F970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bb4744f0f408e"/>
          <a:stretch xmlns:a="http://schemas.openxmlformats.org/drawingml/2006/main"/>
        </p:blipFill>
        <p:spPr>
          <a:xfrm xmlns:a="http://schemas.openxmlformats.org/drawingml/2006/main">
            <a:off x="921006" y="1000125"/>
            <a:ext cx="7301988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2AE01-A4EC-47F1-83F3-6E9E2585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 PC Agent Controller separates target selection from the application menu.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C30FD-16C4-40DB-9D16-16E08DEB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COMMAND EXECUTION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C3EA4-B058-491E-9CD8-A8D05FB6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ec4341656476a"/>
          <a:stretch xmlns:a="http://schemas.openxmlformats.org/drawingml/2006/main"/>
        </p:blipFill>
        <p:spPr>
          <a:xfrm xmlns:a="http://schemas.openxmlformats.org/drawingml/2006/main">
            <a:off x="1219046" y="1047750"/>
            <a:ext cx="6705907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DD4E4-721B-4A75-9FC1-1526735B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Notepad mode exposes Open and Save file. This capture shows navigation only.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B116A-400B-4283-AFBC-CBAB1F80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 HARDWARE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07D41-465C-4658-8F8C-EDABB700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07A6B-84B5-4FBC-8A8E-B587FE7B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Hardware foundation documented in the original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3D8E3-4F6D-4AC0-8FCD-40CEF4BB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ESP32 gateway connects MQTT commands to relay outputs.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Arduino Nano handles ultrasonic distance and float-switch sensing.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LoRa links the sensor node and gateway through SPI modules.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DFPlayer provides audio status output through a UART connection.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Original relay assignments: pump GPIO 25, light GPIO 21 and fan GPIO 32.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19B79-52F7-4BA0-83AB-8438E872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Hardware details come from the supplied earlier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BF1E2-AD52-47EC-862A-0BAE12A4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ORIGINAL IOT WIRING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91EA1-F496-47E7-9DB1-535E8AEA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4557c63f948fa"/>
          <a:stretch xmlns:a="http://schemas.openxmlformats.org/drawingml/2006/main"/>
        </p:blipFill>
        <p:spPr>
          <a:xfrm xmlns:a="http://schemas.openxmlformats.org/drawingml/2006/main">
            <a:off x="1393825" y="1028700"/>
            <a:ext cx="6261100" cy="4695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F7983-945E-4CCE-B020-DD577C89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Retained project wiring reference from your earlier PPT.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F1486-A240-4576-A700-02EA4861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IOT COMMAND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9A07B-3F89-4AB0-A678-9177DF7E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D7754-36E0-47A7-AD62-EEEC59D0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Relay control plus device maintenance commands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DB15D-72D7-4CD6-9069-F23F35BA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Light, fan and pump workflows expose On and Off choices.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IoT map translates action names into firmware command strings.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Additional mappings include all_on, all_off, PING and self-test.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OTA_UPDATE and relay-polarity commands exist in the payload map.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MasterHub publishes to the configured broker and reads device status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EB66B-E30C-4B87-B4E7-D723B429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A mapped command requires compatible firmware support on the receiving device.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F8A13-5591-4244-8DE8-759ED78F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EMBEDDED MOBILITY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28EF1-1637-4957-8C0D-9A6EBE27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8B36F-D169-4D9E-8A96-34F16A14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Robot car and wheelchair use separate control topics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D583C-6341-41D0-963A-01F96D71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Both device menus provide forward, backward, left, right and stop.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Additional mappings support left and right 360-degree rotation.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Handlers translate action identifiers into device-specific payload strings.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Readiness checks combine broker state, matching device identity and fresh status.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BCI motion checks the active direction at dispatch and requests stop after neutral.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C2664-10D4-44DA-A967-5D9C60DB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These are software control capabilities. Physical motion requires connected, verified hardware.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03EAC-F634-46CF-9396-7943D8B6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DESKTOP AND MOBILE MEDIA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FF61E-26AF-420F-9FED-28766F40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78A5D-4961-4872-BCB3-C91E7B04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Desktop JioSaavn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BC3DF-2773-4DAA-9408-AA8BB733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Mobile JioSaavn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644C6-2447-48FC-AA71-78A0BE7A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Browser-based JioSaavn workflow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Next track and previous track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Play/pause and search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Ordered pairs for volume up/down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76063-CAC3-4C28-B525-6A18D864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Dedicated Android companion path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Next, previous and play/pause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Android home, search and launch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Phone presence and now-playing feedback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9DD0C-A168-48A1-9662-83770089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MOBILE MQTT AND ACKNOWLEDGEMENT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4A2FD-909F-4A51-ABCB-766EFF9B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4952F-7B5D-4408-830F-5BB4D4E9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The phone uses an independent MQTT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AF932-BD14-47E9-802A-3206BC18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Separate topics carry commands, status, heartbeat, media, acknowledgements and errors.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Dispatch requires a fresh phone heartbeat and remote control enabled on the phone.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Each command carries a unique ID, issue time and expiry time.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service tracks PENDING, EXECUTED, FAILED, REJECTED, UNCONFIRMED and TIMEOUT results.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Retained online messages cannot establish fresh liveness.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C9F7F-7B01-4C89-AFC0-4022090F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Defaults in code: 8-second acknowledgement timeout and 35-second heartbeat timeout.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B76D7-D747-4ED4-85F7-113E0802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CORTEX CONNECTION AND TRAINED PROFILES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833BA-4D96-4AD4-8B3A-5214B818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4E405-306A-4A58-8EE0-A5CAB63F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EMOTIV supplies the classified mental commands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28E9C-5579-4568-9C2C-26B6BE52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EMOTIV Launcher and the local Cortex service provide headset access.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MasterHub requests authorization, discovers the headset and opens a session.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user selects and loads an existing trained mental-command profile.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com stream provides the detected action and detector power.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MasterHub routes predictions into its controller. It does not train a raw EEG model.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AC25A-BB92-4E1A-A3F2-A8829390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BCI HEADSET CONSOLE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4BC63-D6A1-48A3-A343-411C01CC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b6e20c5cd48b1"/>
          <a:stretch xmlns:a="http://schemas.openxmlformats.org/drawingml/2006/main"/>
        </p:blipFill>
        <p:spPr>
          <a:xfrm xmlns:a="http://schemas.openxmlformats.org/drawingml/2006/main">
            <a:off x="5016076" y="1028700"/>
            <a:ext cx="3112347" cy="4714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7F347-DF54-4E94-9D78-ECCEC2C4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Connection and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61841-18E8-4B00-A952-73A0D1B3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366712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Connection-stage feedback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Trained-profile selector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Headset, battery and signal fields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Live mental command and power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Monitor mode and control toggle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BE8A4-14E7-4771-BFE2-00953C27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 screenshot preserves the offline state. Credentials remain collapsed.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458F9-FF7F-43E7-8EE6-9942DC27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BCI TEMPORAL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D6FE2-8BA7-4467-9256-66841922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88FCF-6E52-430B-9D7C-A623C0C2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One frame captures one single or ordered pair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7A830-179A-4B55-A296-55B42115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 neutral sample rearms control. A qualifying active sample starts the frame.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default detector-power threshold is 0.20, subject to configuration.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 distinct second gesture joins the first only when that pair exists in the current mode.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Repeated packets of the same held gesture do not create repeated commands.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Singles and valid pairs execute at the original deadline when a new prediction arrives.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B4B03-F4A0-4ABA-8E6E-D0A06758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Detector power is not a measured intention-accuracy percentage.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3EBD9-4749-4CAD-A4E8-34E6748C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BCI CONTEXT AND COMMAND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34C71-38C3-4EA4-BA5E-418ACDA9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4DB1D-C5CF-4710-8597-0B9B57CA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The controller keeps intent tied to the active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323F3-AF51-4B54-8D58-CCA6F6B4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Mode or target changes reset pending context. Control-generation checks prevent stale dispatch.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An unassigned qualifying gesture pair cancels its frame.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Search, compose and save operations use prepared parameter fields.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Neutral does not cancel a pending nonmotion action. Stop Control cancels BCI actuation.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Motion requires matching direction at dispatch and neutral requests a stop afterwards.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7D8D3-0188-4E63-8F54-6064AC7B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REMOTE PC AGENTS AND USB SERIAL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81338-BAD9-4693-B7A2-757CE6F5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C60B3-FC56-4E4B-A7E5-BB25D98B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Target selection supports local and external 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A1451-A032-4EF1-82EB-22D32070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Local Host executes supported desktop actions on the MasterHub computer.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Remote PCs register a device ID and use a compatible agent over MQTT or serial.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Agent startup helpers and configuration artifacts support deployment setup.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USB configuration selects a COM port and uses JSON-line messages at 115200 baud by default.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 registered target still needs a running agent, a working transport and fresh presence.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6E271-FD84-4ED4-919D-10F68354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SIDEBAR AND OPERATOR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79287-653A-4D1B-A368-FCDF8B04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c4073866b4c18"/>
          <a:stretch xmlns:a="http://schemas.openxmlformats.org/drawingml/2006/main"/>
        </p:blipFill>
        <p:spPr>
          <a:xfrm xmlns:a="http://schemas.openxmlformats.org/drawingml/2006/main">
            <a:off x="985276" y="1019175"/>
            <a:ext cx="2506199" cy="4695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9ADDE-E5F4-4A88-B3CA-1284A31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90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Built-in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97DFC-EF96-46CE-A1B5-090788A9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38325"/>
            <a:ext cx="352425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Connection matrix and domain shortcuts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Temporal-window presets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Gesture cheat sheet and user guide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Target registration and UART setup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Reset state and software E-Stop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4A887-F6A7-4462-A7CD-8F982F49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 sidebar exposes configuration and diagnostic controls within the main console.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C11CC-3B77-4F7F-940C-DBD58CA7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STATUS, TELEMETRY AND ACTIVITY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39636-326D-444C-8BEE-82C91B2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FC659-9194-4597-A95B-6A95D277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Feedback supports diagnosis at each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782DF-9590-494C-A9D5-ECD6CF60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Metrics record response, processing and execution latency with up to 100 recent samples.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Counters track total, successful and failed commands.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Fault Recovery label derives from command outcomes. It is not a physical recovery-time measurement.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Manual and BCI activity records help trace command source and execution result.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dashboard offers LOG, JSON and CSV telemetry export.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4C6A6-1CC4-4EBA-BCF4-54BC341E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AND CONFIGURATION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E9F70-E5F5-41D9-8A3B-79E9CCE3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915EA-5FE3-4549-912E-183DB77B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The browser and external clients share the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D84C2-A6CE-4E6D-A621-B79EB304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POST /api/command accepts supported command and gesture inputs.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State and workflow endpoints expose current context and available choices.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Health, metrics and device-status endpoints support monitoring.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Hardware configuration stores broker and topic settings for subsequent use.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Cortex endpoints manage connection, profile, stream status and control mode.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1D455-E976-49C4-9CE9-91224158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 CONTROLS AND OPERATING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675C2-D950-4150-BE99-DA60A5C5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EA255-1262-4CF8-9C21-427F7D7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Software safeguards support controlled 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93B99-E01A-4ED2-8042-D39422C7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Command validation rejects unsupported routes and checks required parameters.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BCI interface begins in monitor mode and requires explicit control enablement.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Dashboard countdowns support cancellation before dispatch.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Software E-Stop requests stops. A device acknowledgement and independent hardware stop remain essential.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Simulation Mode changes UI state and logs. It does not isolate real actions.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5DE50-1C80-44D7-BE85-CB8CC1A4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COVERAGE AND REPLAY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667F9-C19A-43D8-8713-F8EE56E2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46E33-3EE3-4F7C-9262-96167D4E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Tests cover control behavior and service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6D1EB-6C25-430A-8FFB-1487E2E7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BCI tests cover framing, neutral rearm, ordered pairs, context changes and motion handling.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Workflow tests cover state transitions, mappings and command updates.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Other modules test hardware status, mobile media and separate logging paths.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Recorded-prediction replay sends requests through the command API.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Replay filtering differs from the live controller. Hardware results need a connected-device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477A2-4227-47E1-9B2D-1F5BB98F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This deck describes the test coverage present in the repository, not a new full-suite test result.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AE10D-7F59-4DBA-87A8-79F6AD71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 STATUS AND DEPENDENCIES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88677-520C-4BCB-82EE-A4E47F83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CFC91-4E94-46EC-8DF9-748B7AB9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Implemented in MasterHub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EC7F8-9B79-45FE-872F-6E77DE69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Needed for live operation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BF8EA-4FC8-4305-BA05-5CA9D0BE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Four-domain dashboard and workflow builder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Mapped state machine and command router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Cortex stream and temporal controller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MQTT, USB and remote-target services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Mobile acknowledgements and telemetry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E8251-F2A2-49F4-8F37-03EB2A7C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Broker and compatible device firmware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Connected and safe mobility hardware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Running remote PC or Android agent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EMOTIV access and trained profile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Application sessions and desktop access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153EB-7C20-486C-AEAB-3F27DDE3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DEVELOPMENT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39AB2-53B2-43F7-B400-471CD64E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45D2C-ED6C-4B14-A953-4A72E630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Next work builds on the current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35C79-33CD-4BB5-AD0B-6BE92032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Complete connected-device validation for each transport and command family.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Add device-side watchdogs and verify stop acknowledgements under link failure.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Create a dry-run backend that cannot dispatch physical or desktop actions.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Expand repeatable integration tests and remote-agent packaging.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Improve user-specific BCI calibration and deployment authentication.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CBB76-441B-4C78-8F10-EFA05921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Proposed next steps, separate from implemented features.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71F85-71D7-4FE4-A80B-82AD0F41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E7A10-E51B-4FF6-AAE6-6017E039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2B091-082A-4959-ADB2-243C7ED5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MasterHub now provides a common control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40556-4769-4A60-87BD-4797F8B2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33550"/>
            <a:ext cx="7381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5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project combines the earlier IoT hardware work with desktop, mobility and media control.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5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 shared state machine and mapping layer reuse manual and mental-command inputs.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5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current dashboard exposes workflow context, connection status and command feedback.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5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next milestone is repeatable end-to-end validation with the complete hardware setup.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2CFC47D-3F82-BC60-29DC-6DE1CAE1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045" y="2064774"/>
            <a:ext cx="5584722" cy="21236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600"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/>
                <a:ea typeface="Bell MT"/>
                <a:cs typeface="Bell MT"/>
              </a:rPr>
              <a:t>THANK 					YOU</a:t>
            </a:r>
            <a:endParaRPr sz="6600" b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/>
              <a:ea typeface="Bell MT"/>
              <a:cs typeface="Bell MT"/>
            </a:endParaRP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EDE44-C6EE-4886-B9F8-003DF926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83971194"/>
      </p:ext>
    </p:extLst>
  </p:cSld>
</p:sld>
</file>

<file path=ppt/theme/theme1.xml><?xml version="1.0" encoding="utf-8"?>
<a:theme xmlns:a="http://schemas.openxmlformats.org/drawingml/2006/main" name="1_Office Theme">
  <a:themeElements>
    <a:clrScheme name="HITAM1">
      <a:dk1>
        <a:srgbClr val="262626"/>
      </a:dk1>
      <a:lt1>
        <a:srgbClr val="FFFFFF"/>
      </a:lt1>
      <a:dk2>
        <a:srgbClr val="1F497D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2026-09-26T04:50:26.2520000Z</dcterms:created>
  <dcterms:modified xsi:type="dcterms:W3CDTF">2026-09-26T04:50:26.2520000Z</dcterms:modified>
</coreProperties>
</file>